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8" r:id="rId6"/>
    <p:sldId id="286" r:id="rId7"/>
    <p:sldId id="260" r:id="rId8"/>
    <p:sldId id="287" r:id="rId9"/>
    <p:sldId id="288" r:id="rId10"/>
    <p:sldId id="303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304" r:id="rId19"/>
    <p:sldId id="298" r:id="rId20"/>
    <p:sldId id="299" r:id="rId21"/>
    <p:sldId id="300" r:id="rId22"/>
    <p:sldId id="301" r:id="rId23"/>
    <p:sldId id="302" r:id="rId24"/>
    <p:sldId id="30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E64897-010B-430E-96F2-89694ACF5622}" v="317" dt="2023-12-19T23:17:44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72" y="1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Daher" userId="1245e254ba410958" providerId="Windows Live" clId="Web-{DFE64897-010B-430E-96F2-89694ACF5622}"/>
    <pc:docChg chg="addSld delSld modSld sldOrd">
      <pc:chgData name="George Daher" userId="1245e254ba410958" providerId="Windows Live" clId="Web-{DFE64897-010B-430E-96F2-89694ACF5622}" dt="2023-12-19T23:17:44.435" v="312" actId="20577"/>
      <pc:docMkLst>
        <pc:docMk/>
      </pc:docMkLst>
      <pc:sldChg chg="modSp">
        <pc:chgData name="George Daher" userId="1245e254ba410958" providerId="Windows Live" clId="Web-{DFE64897-010B-430E-96F2-89694ACF5622}" dt="2023-12-19T22:34:00.671" v="12" actId="20577"/>
        <pc:sldMkLst>
          <pc:docMk/>
          <pc:sldMk cId="658017816" sldId="286"/>
        </pc:sldMkLst>
        <pc:spChg chg="mod">
          <ac:chgData name="George Daher" userId="1245e254ba410958" providerId="Windows Live" clId="Web-{DFE64897-010B-430E-96F2-89694ACF5622}" dt="2023-12-19T22:34:00.671" v="12" actId="20577"/>
          <ac:spMkLst>
            <pc:docMk/>
            <pc:sldMk cId="658017816" sldId="286"/>
            <ac:spMk id="10" creationId="{EF2BC084-E6DB-4DE7-B309-042A85EBA700}"/>
          </ac:spMkLst>
        </pc:spChg>
      </pc:sldChg>
      <pc:sldChg chg="modSp">
        <pc:chgData name="George Daher" userId="1245e254ba410958" providerId="Windows Live" clId="Web-{DFE64897-010B-430E-96F2-89694ACF5622}" dt="2023-12-19T22:45:26.238" v="173" actId="20577"/>
        <pc:sldMkLst>
          <pc:docMk/>
          <pc:sldMk cId="1150211846" sldId="287"/>
        </pc:sldMkLst>
        <pc:spChg chg="mod">
          <ac:chgData name="George Daher" userId="1245e254ba410958" providerId="Windows Live" clId="Web-{DFE64897-010B-430E-96F2-89694ACF5622}" dt="2023-12-19T22:45:26.238" v="173" actId="20577"/>
          <ac:spMkLst>
            <pc:docMk/>
            <pc:sldMk cId="1150211846" sldId="287"/>
            <ac:spMk id="10" creationId="{EF2BC084-E6DB-4DE7-B309-042A85EBA700}"/>
          </ac:spMkLst>
        </pc:spChg>
      </pc:sldChg>
      <pc:sldChg chg="del">
        <pc:chgData name="George Daher" userId="1245e254ba410958" providerId="Windows Live" clId="Web-{DFE64897-010B-430E-96F2-89694ACF5622}" dt="2023-12-19T22:57:59.072" v="177"/>
        <pc:sldMkLst>
          <pc:docMk/>
          <pc:sldMk cId="2404374802" sldId="290"/>
        </pc:sldMkLst>
      </pc:sldChg>
      <pc:sldChg chg="delSp ord">
        <pc:chgData name="George Daher" userId="1245e254ba410958" providerId="Windows Live" clId="Web-{DFE64897-010B-430E-96F2-89694ACF5622}" dt="2023-12-19T22:52:55.282" v="175"/>
        <pc:sldMkLst>
          <pc:docMk/>
          <pc:sldMk cId="1440818743" sldId="291"/>
        </pc:sldMkLst>
        <pc:picChg chg="del">
          <ac:chgData name="George Daher" userId="1245e254ba410958" providerId="Windows Live" clId="Web-{DFE64897-010B-430E-96F2-89694ACF5622}" dt="2023-12-19T22:52:55.282" v="175"/>
          <ac:picMkLst>
            <pc:docMk/>
            <pc:sldMk cId="1440818743" sldId="291"/>
            <ac:picMk id="4" creationId="{9AB76B5E-3C33-133E-6AB3-4310A1113ED5}"/>
          </ac:picMkLst>
        </pc:picChg>
      </pc:sldChg>
      <pc:sldChg chg="ord">
        <pc:chgData name="George Daher" userId="1245e254ba410958" providerId="Windows Live" clId="Web-{DFE64897-010B-430E-96F2-89694ACF5622}" dt="2023-12-19T22:57:53.494" v="176"/>
        <pc:sldMkLst>
          <pc:docMk/>
          <pc:sldMk cId="1449430140" sldId="292"/>
        </pc:sldMkLst>
      </pc:sldChg>
      <pc:sldChg chg="modSp">
        <pc:chgData name="George Daher" userId="1245e254ba410958" providerId="Windows Live" clId="Web-{DFE64897-010B-430E-96F2-89694ACF5622}" dt="2023-12-19T23:15:38.416" v="201" actId="20577"/>
        <pc:sldMkLst>
          <pc:docMk/>
          <pc:sldMk cId="3683770798" sldId="296"/>
        </pc:sldMkLst>
        <pc:spChg chg="mod">
          <ac:chgData name="George Daher" userId="1245e254ba410958" providerId="Windows Live" clId="Web-{DFE64897-010B-430E-96F2-89694ACF5622}" dt="2023-12-19T23:15:38.416" v="201" actId="20577"/>
          <ac:spMkLst>
            <pc:docMk/>
            <pc:sldMk cId="3683770798" sldId="296"/>
            <ac:spMk id="4" creationId="{80E7C76E-0CF7-EC53-D995-62B3E75FDD94}"/>
          </ac:spMkLst>
        </pc:spChg>
      </pc:sldChg>
      <pc:sldChg chg="modSp">
        <pc:chgData name="George Daher" userId="1245e254ba410958" providerId="Windows Live" clId="Web-{DFE64897-010B-430E-96F2-89694ACF5622}" dt="2023-12-19T23:17:32.560" v="308" actId="20577"/>
        <pc:sldMkLst>
          <pc:docMk/>
          <pc:sldMk cId="2341199128" sldId="302"/>
        </pc:sldMkLst>
        <pc:spChg chg="mod">
          <ac:chgData name="George Daher" userId="1245e254ba410958" providerId="Windows Live" clId="Web-{DFE64897-010B-430E-96F2-89694ACF5622}" dt="2023-12-19T22:29:13.241" v="0" actId="20577"/>
          <ac:spMkLst>
            <pc:docMk/>
            <pc:sldMk cId="2341199128" sldId="302"/>
            <ac:spMk id="2" creationId="{578C945E-4FE0-0E02-B243-C8CDB0C9C279}"/>
          </ac:spMkLst>
        </pc:spChg>
        <pc:spChg chg="mod">
          <ac:chgData name="George Daher" userId="1245e254ba410958" providerId="Windows Live" clId="Web-{DFE64897-010B-430E-96F2-89694ACF5622}" dt="2023-12-19T23:17:32.560" v="308" actId="20577"/>
          <ac:spMkLst>
            <pc:docMk/>
            <pc:sldMk cId="2341199128" sldId="302"/>
            <ac:spMk id="4" creationId="{CFF56AAF-10EC-CB40-64A5-639D7A01B107}"/>
          </ac:spMkLst>
        </pc:spChg>
      </pc:sldChg>
      <pc:sldChg chg="modSp new">
        <pc:chgData name="George Daher" userId="1245e254ba410958" providerId="Windows Live" clId="Web-{DFE64897-010B-430E-96F2-89694ACF5622}" dt="2023-12-19T23:16:27.323" v="215" actId="20577"/>
        <pc:sldMkLst>
          <pc:docMk/>
          <pc:sldMk cId="2210001149" sldId="304"/>
        </pc:sldMkLst>
        <pc:spChg chg="mod">
          <ac:chgData name="George Daher" userId="1245e254ba410958" providerId="Windows Live" clId="Web-{DFE64897-010B-430E-96F2-89694ACF5622}" dt="2023-12-19T23:16:27.323" v="215" actId="20577"/>
          <ac:spMkLst>
            <pc:docMk/>
            <pc:sldMk cId="2210001149" sldId="304"/>
            <ac:spMk id="4" creationId="{26F79440-3B19-930A-A7F3-C936559F96B4}"/>
          </ac:spMkLst>
        </pc:spChg>
      </pc:sldChg>
      <pc:sldChg chg="modSp new">
        <pc:chgData name="George Daher" userId="1245e254ba410958" providerId="Windows Live" clId="Web-{DFE64897-010B-430E-96F2-89694ACF5622}" dt="2023-12-19T23:17:44.435" v="312" actId="20577"/>
        <pc:sldMkLst>
          <pc:docMk/>
          <pc:sldMk cId="653577645" sldId="305"/>
        </pc:sldMkLst>
        <pc:spChg chg="mod">
          <ac:chgData name="George Daher" userId="1245e254ba410958" providerId="Windows Live" clId="Web-{DFE64897-010B-430E-96F2-89694ACF5622}" dt="2023-12-19T23:17:44.435" v="312" actId="20577"/>
          <ac:spMkLst>
            <pc:docMk/>
            <pc:sldMk cId="653577645" sldId="305"/>
            <ac:spMk id="4" creationId="{64D3803E-8AFC-6EF9-9A97-1DE0D7268C25}"/>
          </ac:spMkLst>
        </pc:spChg>
      </pc:sldChg>
    </pc:docChg>
  </pc:docChgLst>
  <pc:docChgLst>
    <pc:chgData name="George Daher" userId="1245e254ba410958" providerId="LiveId" clId="{48D1097A-3CD3-4157-BDE0-7F599B70D653}"/>
    <pc:docChg chg="custSel addSld delSld modSld">
      <pc:chgData name="George Daher" userId="1245e254ba410958" providerId="LiveId" clId="{48D1097A-3CD3-4157-BDE0-7F599B70D653}" dt="2023-12-19T20:10:58.959" v="2198" actId="47"/>
      <pc:docMkLst>
        <pc:docMk/>
      </pc:docMkLst>
      <pc:sldChg chg="del">
        <pc:chgData name="George Daher" userId="1245e254ba410958" providerId="LiveId" clId="{48D1097A-3CD3-4157-BDE0-7F599B70D653}" dt="2023-12-19T20:10:58.959" v="2198" actId="47"/>
        <pc:sldMkLst>
          <pc:docMk/>
          <pc:sldMk cId="1588531602" sldId="289"/>
        </pc:sldMkLst>
      </pc:sldChg>
      <pc:sldChg chg="modSp mod">
        <pc:chgData name="George Daher" userId="1245e254ba410958" providerId="LiveId" clId="{48D1097A-3CD3-4157-BDE0-7F599B70D653}" dt="2023-12-19T18:55:19.572" v="279" actId="14100"/>
        <pc:sldMkLst>
          <pc:docMk/>
          <pc:sldMk cId="2772275305" sldId="297"/>
        </pc:sldMkLst>
        <pc:spChg chg="mod">
          <ac:chgData name="George Daher" userId="1245e254ba410958" providerId="LiveId" clId="{48D1097A-3CD3-4157-BDE0-7F599B70D653}" dt="2023-12-19T18:55:19.572" v="279" actId="14100"/>
          <ac:spMkLst>
            <pc:docMk/>
            <pc:sldMk cId="2772275305" sldId="297"/>
            <ac:spMk id="4" creationId="{2A107116-0940-F4AA-5590-23D485D364A1}"/>
          </ac:spMkLst>
        </pc:spChg>
      </pc:sldChg>
      <pc:sldChg chg="addSp delSp modSp new mod">
        <pc:chgData name="George Daher" userId="1245e254ba410958" providerId="LiveId" clId="{48D1097A-3CD3-4157-BDE0-7F599B70D653}" dt="2023-12-19T19:14:45.284" v="346" actId="20577"/>
        <pc:sldMkLst>
          <pc:docMk/>
          <pc:sldMk cId="2430367336" sldId="298"/>
        </pc:sldMkLst>
        <pc:spChg chg="mod">
          <ac:chgData name="George Daher" userId="1245e254ba410958" providerId="LiveId" clId="{48D1097A-3CD3-4157-BDE0-7F599B70D653}" dt="2023-12-19T19:14:45.284" v="346" actId="20577"/>
          <ac:spMkLst>
            <pc:docMk/>
            <pc:sldMk cId="2430367336" sldId="298"/>
            <ac:spMk id="2" creationId="{4CE75CFC-EF49-C9CA-65FD-ACBCE18AA7B9}"/>
          </ac:spMkLst>
        </pc:spChg>
        <pc:spChg chg="del">
          <ac:chgData name="George Daher" userId="1245e254ba410958" providerId="LiveId" clId="{48D1097A-3CD3-4157-BDE0-7F599B70D653}" dt="2023-12-19T18:56:28.513" v="315" actId="478"/>
          <ac:spMkLst>
            <pc:docMk/>
            <pc:sldMk cId="2430367336" sldId="298"/>
            <ac:spMk id="4" creationId="{7E8776F9-1BB9-0BD7-205F-CE57B9FDE3D6}"/>
          </ac:spMkLst>
        </pc:spChg>
        <pc:picChg chg="add mod">
          <ac:chgData name="George Daher" userId="1245e254ba410958" providerId="LiveId" clId="{48D1097A-3CD3-4157-BDE0-7F599B70D653}" dt="2023-12-19T18:56:33.600" v="318" actId="1076"/>
          <ac:picMkLst>
            <pc:docMk/>
            <pc:sldMk cId="2430367336" sldId="298"/>
            <ac:picMk id="6" creationId="{168FA701-32B9-5DC8-675C-6F8A853A6312}"/>
          </ac:picMkLst>
        </pc:picChg>
        <pc:picChg chg="add mod">
          <ac:chgData name="George Daher" userId="1245e254ba410958" providerId="LiveId" clId="{48D1097A-3CD3-4157-BDE0-7F599B70D653}" dt="2023-12-19T19:14:30.450" v="322" actId="1076"/>
          <ac:picMkLst>
            <pc:docMk/>
            <pc:sldMk cId="2430367336" sldId="298"/>
            <ac:picMk id="8" creationId="{7090586E-3787-FDED-A489-6E7ED9F95C51}"/>
          </ac:picMkLst>
        </pc:picChg>
      </pc:sldChg>
      <pc:sldChg chg="addSp modSp new mod">
        <pc:chgData name="George Daher" userId="1245e254ba410958" providerId="LiveId" clId="{48D1097A-3CD3-4157-BDE0-7F599B70D653}" dt="2023-12-19T19:47:39.761" v="380" actId="20577"/>
        <pc:sldMkLst>
          <pc:docMk/>
          <pc:sldMk cId="1261364906" sldId="299"/>
        </pc:sldMkLst>
        <pc:spChg chg="mod">
          <ac:chgData name="George Daher" userId="1245e254ba410958" providerId="LiveId" clId="{48D1097A-3CD3-4157-BDE0-7F599B70D653}" dt="2023-12-19T19:47:39.761" v="380" actId="20577"/>
          <ac:spMkLst>
            <pc:docMk/>
            <pc:sldMk cId="1261364906" sldId="299"/>
            <ac:spMk id="2" creationId="{43908C31-C05E-DC74-752F-7B9C401B2A2D}"/>
          </ac:spMkLst>
        </pc:spChg>
        <pc:picChg chg="add mod">
          <ac:chgData name="George Daher" userId="1245e254ba410958" providerId="LiveId" clId="{48D1097A-3CD3-4157-BDE0-7F599B70D653}" dt="2023-12-19T19:47:19.819" v="356" actId="1076"/>
          <ac:picMkLst>
            <pc:docMk/>
            <pc:sldMk cId="1261364906" sldId="299"/>
            <ac:picMk id="5" creationId="{69C33314-C8D9-A41D-A600-C019AFF27DC1}"/>
          </ac:picMkLst>
        </pc:picChg>
        <pc:picChg chg="add mod">
          <ac:chgData name="George Daher" userId="1245e254ba410958" providerId="LiveId" clId="{48D1097A-3CD3-4157-BDE0-7F599B70D653}" dt="2023-12-19T19:47:21.903" v="357" actId="1076"/>
          <ac:picMkLst>
            <pc:docMk/>
            <pc:sldMk cId="1261364906" sldId="299"/>
            <ac:picMk id="7" creationId="{F3AB8442-44E1-4E46-4455-0B6066BD1A42}"/>
          </ac:picMkLst>
        </pc:picChg>
      </pc:sldChg>
      <pc:sldChg chg="modSp new mod">
        <pc:chgData name="George Daher" userId="1245e254ba410958" providerId="LiveId" clId="{48D1097A-3CD3-4157-BDE0-7F599B70D653}" dt="2023-12-19T19:51:22.128" v="796" actId="14100"/>
        <pc:sldMkLst>
          <pc:docMk/>
          <pc:sldMk cId="2867830698" sldId="300"/>
        </pc:sldMkLst>
        <pc:spChg chg="mod">
          <ac:chgData name="George Daher" userId="1245e254ba410958" providerId="LiveId" clId="{48D1097A-3CD3-4157-BDE0-7F599B70D653}" dt="2023-12-19T19:48:57.761" v="421" actId="20577"/>
          <ac:spMkLst>
            <pc:docMk/>
            <pc:sldMk cId="2867830698" sldId="300"/>
            <ac:spMk id="2" creationId="{BFB56536-A616-7642-D221-6DD1DF702F54}"/>
          </ac:spMkLst>
        </pc:spChg>
        <pc:spChg chg="mod">
          <ac:chgData name="George Daher" userId="1245e254ba410958" providerId="LiveId" clId="{48D1097A-3CD3-4157-BDE0-7F599B70D653}" dt="2023-12-19T19:51:22.128" v="796" actId="14100"/>
          <ac:spMkLst>
            <pc:docMk/>
            <pc:sldMk cId="2867830698" sldId="300"/>
            <ac:spMk id="4" creationId="{CCFCB8B5-F68F-BFE4-BDB4-00EF982DD094}"/>
          </ac:spMkLst>
        </pc:spChg>
      </pc:sldChg>
      <pc:sldChg chg="addSp modSp new mod">
        <pc:chgData name="George Daher" userId="1245e254ba410958" providerId="LiveId" clId="{48D1097A-3CD3-4157-BDE0-7F599B70D653}" dt="2023-12-19T19:56:41.016" v="998" actId="1076"/>
        <pc:sldMkLst>
          <pc:docMk/>
          <pc:sldMk cId="2221598224" sldId="301"/>
        </pc:sldMkLst>
        <pc:spChg chg="mod">
          <ac:chgData name="George Daher" userId="1245e254ba410958" providerId="LiveId" clId="{48D1097A-3CD3-4157-BDE0-7F599B70D653}" dt="2023-12-19T19:55:27.002" v="861" actId="20577"/>
          <ac:spMkLst>
            <pc:docMk/>
            <pc:sldMk cId="2221598224" sldId="301"/>
            <ac:spMk id="2" creationId="{7FCDCFA5-9FDF-A021-0D1B-BA0DA491076C}"/>
          </ac:spMkLst>
        </pc:spChg>
        <pc:spChg chg="mod">
          <ac:chgData name="George Daher" userId="1245e254ba410958" providerId="LiveId" clId="{48D1097A-3CD3-4157-BDE0-7F599B70D653}" dt="2023-12-19T19:56:41.016" v="998" actId="1076"/>
          <ac:spMkLst>
            <pc:docMk/>
            <pc:sldMk cId="2221598224" sldId="301"/>
            <ac:spMk id="4" creationId="{0AEAFFDB-F81F-A513-A843-F17B8F6E8DB8}"/>
          </ac:spMkLst>
        </pc:spChg>
        <pc:picChg chg="add mod">
          <ac:chgData name="George Daher" userId="1245e254ba410958" providerId="LiveId" clId="{48D1097A-3CD3-4157-BDE0-7F599B70D653}" dt="2023-12-19T19:56:37.316" v="997" actId="1076"/>
          <ac:picMkLst>
            <pc:docMk/>
            <pc:sldMk cId="2221598224" sldId="301"/>
            <ac:picMk id="6" creationId="{5E832330-57B1-5B02-027F-1FC680A510AC}"/>
          </ac:picMkLst>
        </pc:picChg>
        <pc:picChg chg="add mod">
          <ac:chgData name="George Daher" userId="1245e254ba410958" providerId="LiveId" clId="{48D1097A-3CD3-4157-BDE0-7F599B70D653}" dt="2023-12-19T19:55:50.896" v="865" actId="1076"/>
          <ac:picMkLst>
            <pc:docMk/>
            <pc:sldMk cId="2221598224" sldId="301"/>
            <ac:picMk id="8" creationId="{2CA66B34-5E91-9845-3E13-0AE98CC37BDF}"/>
          </ac:picMkLst>
        </pc:picChg>
      </pc:sldChg>
      <pc:sldChg chg="modSp new mod">
        <pc:chgData name="George Daher" userId="1245e254ba410958" providerId="LiveId" clId="{48D1097A-3CD3-4157-BDE0-7F599B70D653}" dt="2023-12-19T20:05:03.095" v="1841" actId="20577"/>
        <pc:sldMkLst>
          <pc:docMk/>
          <pc:sldMk cId="2341199128" sldId="302"/>
        </pc:sldMkLst>
        <pc:spChg chg="mod">
          <ac:chgData name="George Daher" userId="1245e254ba410958" providerId="LiveId" clId="{48D1097A-3CD3-4157-BDE0-7F599B70D653}" dt="2023-12-19T19:56:58.407" v="1009" actId="20577"/>
          <ac:spMkLst>
            <pc:docMk/>
            <pc:sldMk cId="2341199128" sldId="302"/>
            <ac:spMk id="2" creationId="{578C945E-4FE0-0E02-B243-C8CDB0C9C279}"/>
          </ac:spMkLst>
        </pc:spChg>
        <pc:spChg chg="mod">
          <ac:chgData name="George Daher" userId="1245e254ba410958" providerId="LiveId" clId="{48D1097A-3CD3-4157-BDE0-7F599B70D653}" dt="2023-12-19T20:05:03.095" v="1841" actId="20577"/>
          <ac:spMkLst>
            <pc:docMk/>
            <pc:sldMk cId="2341199128" sldId="302"/>
            <ac:spMk id="4" creationId="{CFF56AAF-10EC-CB40-64A5-639D7A01B107}"/>
          </ac:spMkLst>
        </pc:spChg>
      </pc:sldChg>
      <pc:sldChg chg="addSp delSp modSp new mod chgLayout">
        <pc:chgData name="George Daher" userId="1245e254ba410958" providerId="LiveId" clId="{48D1097A-3CD3-4157-BDE0-7F599B70D653}" dt="2023-12-19T20:08:03.472" v="2197" actId="1076"/>
        <pc:sldMkLst>
          <pc:docMk/>
          <pc:sldMk cId="3655453492" sldId="303"/>
        </pc:sldMkLst>
        <pc:spChg chg="mod ord">
          <ac:chgData name="George Daher" userId="1245e254ba410958" providerId="LiveId" clId="{48D1097A-3CD3-4157-BDE0-7F599B70D653}" dt="2023-12-19T20:06:39.338" v="1867" actId="700"/>
          <ac:spMkLst>
            <pc:docMk/>
            <pc:sldMk cId="3655453492" sldId="303"/>
            <ac:spMk id="2" creationId="{7E4C3B60-2DD4-7B01-4A87-832E5F580676}"/>
          </ac:spMkLst>
        </pc:spChg>
        <pc:spChg chg="mod ord">
          <ac:chgData name="George Daher" userId="1245e254ba410958" providerId="LiveId" clId="{48D1097A-3CD3-4157-BDE0-7F599B70D653}" dt="2023-12-19T20:06:39.338" v="1867" actId="700"/>
          <ac:spMkLst>
            <pc:docMk/>
            <pc:sldMk cId="3655453492" sldId="303"/>
            <ac:spMk id="3" creationId="{D0C18CD4-C64D-C447-6103-C32679816116}"/>
          </ac:spMkLst>
        </pc:spChg>
        <pc:spChg chg="del">
          <ac:chgData name="George Daher" userId="1245e254ba410958" providerId="LiveId" clId="{48D1097A-3CD3-4157-BDE0-7F599B70D653}" dt="2023-12-19T20:05:30.949" v="1843" actId="478"/>
          <ac:spMkLst>
            <pc:docMk/>
            <pc:sldMk cId="3655453492" sldId="303"/>
            <ac:spMk id="4" creationId="{210B1F82-ED35-0F3F-02BC-2F4BBF0AE1DB}"/>
          </ac:spMkLst>
        </pc:spChg>
        <pc:spChg chg="add mod ord">
          <ac:chgData name="George Daher" userId="1245e254ba410958" providerId="LiveId" clId="{48D1097A-3CD3-4157-BDE0-7F599B70D653}" dt="2023-12-19T20:07:55.414" v="2193" actId="20577"/>
          <ac:spMkLst>
            <pc:docMk/>
            <pc:sldMk cId="3655453492" sldId="303"/>
            <ac:spMk id="7" creationId="{C387730E-CDEB-A4D2-633B-B990978F9706}"/>
          </ac:spMkLst>
        </pc:spChg>
        <pc:picChg chg="add mod">
          <ac:chgData name="George Daher" userId="1245e254ba410958" providerId="LiveId" clId="{48D1097A-3CD3-4157-BDE0-7F599B70D653}" dt="2023-12-19T20:08:03.472" v="2197" actId="1076"/>
          <ac:picMkLst>
            <pc:docMk/>
            <pc:sldMk cId="3655453492" sldId="303"/>
            <ac:picMk id="6" creationId="{3446C4DF-B6D4-EB57-B6B9-E9F5CA56D025}"/>
          </ac:picMkLst>
        </pc:picChg>
      </pc:sldChg>
      <pc:sldChg chg="new del">
        <pc:chgData name="George Daher" userId="1245e254ba410958" providerId="LiveId" clId="{48D1097A-3CD3-4157-BDE0-7F599B70D653}" dt="2023-12-19T20:06:41.129" v="1868" actId="47"/>
        <pc:sldMkLst>
          <pc:docMk/>
          <pc:sldMk cId="3278182161" sldId="304"/>
        </pc:sldMkLst>
      </pc:sldChg>
    </pc:docChg>
  </pc:docChgLst>
  <pc:docChgLst>
    <pc:chgData name="George Daher" userId="1245e254ba410958" providerId="LiveId" clId="{631586BF-CF2F-4728-A3EE-7B4515236283}"/>
    <pc:docChg chg="undo custSel addSld delSld modSld sldOrd">
      <pc:chgData name="George Daher" userId="1245e254ba410958" providerId="LiveId" clId="{631586BF-CF2F-4728-A3EE-7B4515236283}" dt="2023-12-19T22:23:55.372" v="1349" actId="20577"/>
      <pc:docMkLst>
        <pc:docMk/>
      </pc:docMkLst>
      <pc:sldChg chg="modSp mod">
        <pc:chgData name="George Daher" userId="1245e254ba410958" providerId="LiveId" clId="{631586BF-CF2F-4728-A3EE-7B4515236283}" dt="2023-12-19T22:23:55.372" v="1349" actId="20577"/>
        <pc:sldMkLst>
          <pc:docMk/>
          <pc:sldMk cId="3733486012" sldId="258"/>
        </pc:sldMkLst>
        <pc:spChg chg="mod">
          <ac:chgData name="George Daher" userId="1245e254ba410958" providerId="LiveId" clId="{631586BF-CF2F-4728-A3EE-7B4515236283}" dt="2023-12-19T22:23:55.372" v="1349" actId="20577"/>
          <ac:spMkLst>
            <pc:docMk/>
            <pc:sldMk cId="3733486012" sldId="258"/>
            <ac:spMk id="10" creationId="{EF2BC084-E6DB-4DE7-B309-042A85EBA700}"/>
          </ac:spMkLst>
        </pc:spChg>
      </pc:sldChg>
      <pc:sldChg chg="addSp modSp add mod ord">
        <pc:chgData name="George Daher" userId="1245e254ba410958" providerId="LiveId" clId="{631586BF-CF2F-4728-A3EE-7B4515236283}" dt="2023-12-19T17:18:12.406" v="568" actId="1076"/>
        <pc:sldMkLst>
          <pc:docMk/>
          <pc:sldMk cId="1440818743" sldId="291"/>
        </pc:sldMkLst>
        <pc:spChg chg="mod">
          <ac:chgData name="George Daher" userId="1245e254ba410958" providerId="LiveId" clId="{631586BF-CF2F-4728-A3EE-7B4515236283}" dt="2023-12-19T17:13:47.104" v="22" actId="20577"/>
          <ac:spMkLst>
            <pc:docMk/>
            <pc:sldMk cId="1440818743" sldId="291"/>
            <ac:spMk id="7" creationId="{7875C19A-1AAE-476A-A316-A2CF92D763D3}"/>
          </ac:spMkLst>
        </pc:spChg>
        <pc:spChg chg="mod">
          <ac:chgData name="George Daher" userId="1245e254ba410958" providerId="LiveId" clId="{631586BF-CF2F-4728-A3EE-7B4515236283}" dt="2023-12-19T17:16:21.871" v="565" actId="20577"/>
          <ac:spMkLst>
            <pc:docMk/>
            <pc:sldMk cId="1440818743" sldId="291"/>
            <ac:spMk id="10" creationId="{EF2BC084-E6DB-4DE7-B309-042A85EBA700}"/>
          </ac:spMkLst>
        </pc:spChg>
        <pc:picChg chg="add mod">
          <ac:chgData name="George Daher" userId="1245e254ba410958" providerId="LiveId" clId="{631586BF-CF2F-4728-A3EE-7B4515236283}" dt="2023-12-19T17:18:12.406" v="568" actId="1076"/>
          <ac:picMkLst>
            <pc:docMk/>
            <pc:sldMk cId="1440818743" sldId="291"/>
            <ac:picMk id="4" creationId="{9AB76B5E-3C33-133E-6AB3-4310A1113ED5}"/>
          </ac:picMkLst>
        </pc:picChg>
      </pc:sldChg>
      <pc:sldChg chg="new del">
        <pc:chgData name="George Daher" userId="1245e254ba410958" providerId="LiveId" clId="{631586BF-CF2F-4728-A3EE-7B4515236283}" dt="2023-12-19T17:13:36.355" v="1" actId="47"/>
        <pc:sldMkLst>
          <pc:docMk/>
          <pc:sldMk cId="2039106783" sldId="291"/>
        </pc:sldMkLst>
      </pc:sldChg>
      <pc:sldChg chg="addSp delSp modSp new mod modClrScheme chgLayout">
        <pc:chgData name="George Daher" userId="1245e254ba410958" providerId="LiveId" clId="{631586BF-CF2F-4728-A3EE-7B4515236283}" dt="2023-12-19T17:19:37.102" v="581" actId="1076"/>
        <pc:sldMkLst>
          <pc:docMk/>
          <pc:sldMk cId="1449430140" sldId="292"/>
        </pc:sldMkLst>
        <pc:spChg chg="del">
          <ac:chgData name="George Daher" userId="1245e254ba410958" providerId="LiveId" clId="{631586BF-CF2F-4728-A3EE-7B4515236283}" dt="2023-12-19T17:19:02.142" v="572" actId="700"/>
          <ac:spMkLst>
            <pc:docMk/>
            <pc:sldMk cId="1449430140" sldId="292"/>
            <ac:spMk id="2" creationId="{F7FCD91C-BF21-4753-B70B-6ED02F26FA3D}"/>
          </ac:spMkLst>
        </pc:spChg>
        <pc:spChg chg="mod ord">
          <ac:chgData name="George Daher" userId="1245e254ba410958" providerId="LiveId" clId="{631586BF-CF2F-4728-A3EE-7B4515236283}" dt="2023-12-19T17:19:02.142" v="572" actId="700"/>
          <ac:spMkLst>
            <pc:docMk/>
            <pc:sldMk cId="1449430140" sldId="292"/>
            <ac:spMk id="3" creationId="{4453E8C3-2522-8305-29CD-0CAA6E92C866}"/>
          </ac:spMkLst>
        </pc:spChg>
        <pc:spChg chg="del">
          <ac:chgData name="George Daher" userId="1245e254ba410958" providerId="LiveId" clId="{631586BF-CF2F-4728-A3EE-7B4515236283}" dt="2023-12-19T17:19:02.142" v="572" actId="700"/>
          <ac:spMkLst>
            <pc:docMk/>
            <pc:sldMk cId="1449430140" sldId="292"/>
            <ac:spMk id="4" creationId="{6C0A02CB-69F7-E21C-7C55-37AA84297C9F}"/>
          </ac:spMkLst>
        </pc:spChg>
        <pc:picChg chg="add mod">
          <ac:chgData name="George Daher" userId="1245e254ba410958" providerId="LiveId" clId="{631586BF-CF2F-4728-A3EE-7B4515236283}" dt="2023-12-19T17:19:37.102" v="581" actId="1076"/>
          <ac:picMkLst>
            <pc:docMk/>
            <pc:sldMk cId="1449430140" sldId="292"/>
            <ac:picMk id="6" creationId="{C2339D8B-59B0-7388-3A3F-E926F7325490}"/>
          </ac:picMkLst>
        </pc:picChg>
        <pc:picChg chg="add del mod">
          <ac:chgData name="George Daher" userId="1245e254ba410958" providerId="LiveId" clId="{631586BF-CF2F-4728-A3EE-7B4515236283}" dt="2023-12-19T17:19:34.580" v="580" actId="478"/>
          <ac:picMkLst>
            <pc:docMk/>
            <pc:sldMk cId="1449430140" sldId="292"/>
            <ac:picMk id="8" creationId="{72470793-0ABD-2920-7A13-0E31C5D83728}"/>
          </ac:picMkLst>
        </pc:picChg>
      </pc:sldChg>
      <pc:sldChg chg="delSp modSp add mod">
        <pc:chgData name="George Daher" userId="1245e254ba410958" providerId="LiveId" clId="{631586BF-CF2F-4728-A3EE-7B4515236283}" dt="2023-12-19T17:19:32.897" v="579" actId="1076"/>
        <pc:sldMkLst>
          <pc:docMk/>
          <pc:sldMk cId="2033878270" sldId="293"/>
        </pc:sldMkLst>
        <pc:picChg chg="del">
          <ac:chgData name="George Daher" userId="1245e254ba410958" providerId="LiveId" clId="{631586BF-CF2F-4728-A3EE-7B4515236283}" dt="2023-12-19T17:19:28.284" v="578" actId="478"/>
          <ac:picMkLst>
            <pc:docMk/>
            <pc:sldMk cId="2033878270" sldId="293"/>
            <ac:picMk id="6" creationId="{C2339D8B-59B0-7388-3A3F-E926F7325490}"/>
          </ac:picMkLst>
        </pc:picChg>
        <pc:picChg chg="mod">
          <ac:chgData name="George Daher" userId="1245e254ba410958" providerId="LiveId" clId="{631586BF-CF2F-4728-A3EE-7B4515236283}" dt="2023-12-19T17:19:32.897" v="579" actId="1076"/>
          <ac:picMkLst>
            <pc:docMk/>
            <pc:sldMk cId="2033878270" sldId="293"/>
            <ac:picMk id="8" creationId="{72470793-0ABD-2920-7A13-0E31C5D83728}"/>
          </ac:picMkLst>
        </pc:picChg>
      </pc:sldChg>
      <pc:sldChg chg="addSp new mod">
        <pc:chgData name="George Daher" userId="1245e254ba410958" providerId="LiveId" clId="{631586BF-CF2F-4728-A3EE-7B4515236283}" dt="2023-12-19T17:19:56.425" v="583" actId="22"/>
        <pc:sldMkLst>
          <pc:docMk/>
          <pc:sldMk cId="2122689027" sldId="294"/>
        </pc:sldMkLst>
        <pc:picChg chg="add">
          <ac:chgData name="George Daher" userId="1245e254ba410958" providerId="LiveId" clId="{631586BF-CF2F-4728-A3EE-7B4515236283}" dt="2023-12-19T17:19:56.425" v="583" actId="22"/>
          <ac:picMkLst>
            <pc:docMk/>
            <pc:sldMk cId="2122689027" sldId="294"/>
            <ac:picMk id="4" creationId="{8BCE2E37-C188-F1C5-6CFA-D4B44961CDC1}"/>
          </ac:picMkLst>
        </pc:picChg>
      </pc:sldChg>
      <pc:sldChg chg="addSp delSp modSp new mod modClrScheme chgLayout">
        <pc:chgData name="George Daher" userId="1245e254ba410958" providerId="LiveId" clId="{631586BF-CF2F-4728-A3EE-7B4515236283}" dt="2023-12-19T17:20:23.517" v="587" actId="700"/>
        <pc:sldMkLst>
          <pc:docMk/>
          <pc:sldMk cId="1879895186" sldId="295"/>
        </pc:sldMkLst>
        <pc:spChg chg="mod ord">
          <ac:chgData name="George Daher" userId="1245e254ba410958" providerId="LiveId" clId="{631586BF-CF2F-4728-A3EE-7B4515236283}" dt="2023-12-19T17:20:23.517" v="587" actId="700"/>
          <ac:spMkLst>
            <pc:docMk/>
            <pc:sldMk cId="1879895186" sldId="295"/>
            <ac:spMk id="2" creationId="{E57D87CA-6F7B-B451-58EB-C7EBE0CD64AE}"/>
          </ac:spMkLst>
        </pc:spChg>
        <pc:spChg chg="add del mod ord">
          <ac:chgData name="George Daher" userId="1245e254ba410958" providerId="LiveId" clId="{631586BF-CF2F-4728-A3EE-7B4515236283}" dt="2023-12-19T17:20:23.517" v="587" actId="700"/>
          <ac:spMkLst>
            <pc:docMk/>
            <pc:sldMk cId="1879895186" sldId="295"/>
            <ac:spMk id="5" creationId="{783482D4-86BA-B453-E922-37054C435AFE}"/>
          </ac:spMkLst>
        </pc:spChg>
        <pc:spChg chg="add del mod ord">
          <ac:chgData name="George Daher" userId="1245e254ba410958" providerId="LiveId" clId="{631586BF-CF2F-4728-A3EE-7B4515236283}" dt="2023-12-19T17:20:23.517" v="587" actId="700"/>
          <ac:spMkLst>
            <pc:docMk/>
            <pc:sldMk cId="1879895186" sldId="295"/>
            <ac:spMk id="6" creationId="{0E20E24F-BDB0-B91E-1D6E-9A27DAB58C08}"/>
          </ac:spMkLst>
        </pc:spChg>
        <pc:picChg chg="add">
          <ac:chgData name="George Daher" userId="1245e254ba410958" providerId="LiveId" clId="{631586BF-CF2F-4728-A3EE-7B4515236283}" dt="2023-12-19T17:20:07.389" v="585" actId="22"/>
          <ac:picMkLst>
            <pc:docMk/>
            <pc:sldMk cId="1879895186" sldId="295"/>
            <ac:picMk id="4" creationId="{8C0E930B-01CB-9F3A-37E1-EAFC19FA24F9}"/>
          </ac:picMkLst>
        </pc:picChg>
      </pc:sldChg>
      <pc:sldChg chg="modSp new mod">
        <pc:chgData name="George Daher" userId="1245e254ba410958" providerId="LiveId" clId="{631586BF-CF2F-4728-A3EE-7B4515236283}" dt="2023-12-19T17:23:20.476" v="1146" actId="20577"/>
        <pc:sldMkLst>
          <pc:docMk/>
          <pc:sldMk cId="3683770798" sldId="296"/>
        </pc:sldMkLst>
        <pc:spChg chg="mod">
          <ac:chgData name="George Daher" userId="1245e254ba410958" providerId="LiveId" clId="{631586BF-CF2F-4728-A3EE-7B4515236283}" dt="2023-12-19T17:20:28.637" v="595" actId="20577"/>
          <ac:spMkLst>
            <pc:docMk/>
            <pc:sldMk cId="3683770798" sldId="296"/>
            <ac:spMk id="2" creationId="{345986BA-55E1-8BBE-3F93-32C643B07071}"/>
          </ac:spMkLst>
        </pc:spChg>
        <pc:spChg chg="mod">
          <ac:chgData name="George Daher" userId="1245e254ba410958" providerId="LiveId" clId="{631586BF-CF2F-4728-A3EE-7B4515236283}" dt="2023-12-19T17:23:20.476" v="1146" actId="20577"/>
          <ac:spMkLst>
            <pc:docMk/>
            <pc:sldMk cId="3683770798" sldId="296"/>
            <ac:spMk id="4" creationId="{80E7C76E-0CF7-EC53-D995-62B3E75FDD94}"/>
          </ac:spMkLst>
        </pc:spChg>
      </pc:sldChg>
      <pc:sldChg chg="addSp modSp new mod">
        <pc:chgData name="George Daher" userId="1245e254ba410958" providerId="LiveId" clId="{631586BF-CF2F-4728-A3EE-7B4515236283}" dt="2023-12-19T17:25:29.689" v="1346" actId="1076"/>
        <pc:sldMkLst>
          <pc:docMk/>
          <pc:sldMk cId="2772275305" sldId="297"/>
        </pc:sldMkLst>
        <pc:spChg chg="mod">
          <ac:chgData name="George Daher" userId="1245e254ba410958" providerId="LiveId" clId="{631586BF-CF2F-4728-A3EE-7B4515236283}" dt="2023-12-19T17:24:24.685" v="1169" actId="20577"/>
          <ac:spMkLst>
            <pc:docMk/>
            <pc:sldMk cId="2772275305" sldId="297"/>
            <ac:spMk id="2" creationId="{55D5517B-682C-CB19-84E4-45783F44CAB8}"/>
          </ac:spMkLst>
        </pc:spChg>
        <pc:spChg chg="mod">
          <ac:chgData name="George Daher" userId="1245e254ba410958" providerId="LiveId" clId="{631586BF-CF2F-4728-A3EE-7B4515236283}" dt="2023-12-19T17:25:07.797" v="1340" actId="20577"/>
          <ac:spMkLst>
            <pc:docMk/>
            <pc:sldMk cId="2772275305" sldId="297"/>
            <ac:spMk id="4" creationId="{2A107116-0940-F4AA-5590-23D485D364A1}"/>
          </ac:spMkLst>
        </pc:spChg>
        <pc:picChg chg="add mod">
          <ac:chgData name="George Daher" userId="1245e254ba410958" providerId="LiveId" clId="{631586BF-CF2F-4728-A3EE-7B4515236283}" dt="2023-12-19T17:25:29.689" v="1346" actId="1076"/>
          <ac:picMkLst>
            <pc:docMk/>
            <pc:sldMk cId="2772275305" sldId="297"/>
            <ac:picMk id="6" creationId="{5EB79325-37DA-8A8C-5EA8-39AB3E1D893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12/19/2023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0035" y="2807208"/>
            <a:ext cx="8440031" cy="1243584"/>
          </a:xfrm>
        </p:spPr>
        <p:txBody>
          <a:bodyPr/>
          <a:lstStyle/>
          <a:p>
            <a:r>
              <a:rPr lang="en-US" dirty="0"/>
              <a:t>Simulation Study of MWW Rank Sum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0035" y="4560852"/>
            <a:ext cx="8252177" cy="8686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George Daher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Center: Welch t-test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Many ways to test center between 2 data sets</a:t>
            </a:r>
          </a:p>
          <a:p>
            <a:r>
              <a:rPr lang="en-US" sz="2000" dirty="0"/>
              <a:t>Parametric Method: Welch’s t test</a:t>
            </a:r>
          </a:p>
          <a:p>
            <a:r>
              <a:rPr lang="en-US" sz="2000" dirty="0"/>
              <a:t>Assumptions: </a:t>
            </a:r>
          </a:p>
          <a:p>
            <a:pPr lvl="1"/>
            <a:r>
              <a:rPr lang="en-US" sz="1800" dirty="0"/>
              <a:t>Identically Independently Distributed</a:t>
            </a:r>
          </a:p>
          <a:p>
            <a:pPr lvl="1"/>
            <a:r>
              <a:rPr lang="en-US" sz="1800" dirty="0"/>
              <a:t>Equal Variance</a:t>
            </a:r>
          </a:p>
          <a:p>
            <a:pPr lvl="1"/>
            <a:r>
              <a:rPr lang="en-US" sz="1800" dirty="0"/>
              <a:t>Approximately Normal</a:t>
            </a:r>
          </a:p>
          <a:p>
            <a:r>
              <a:rPr lang="en-US" sz="2000" dirty="0"/>
              <a:t>Parametric Assumption = Approximate Normality</a:t>
            </a:r>
          </a:p>
          <a:p>
            <a:r>
              <a:rPr lang="en-US" sz="2000" dirty="0"/>
              <a:t>Can be difficult to uphold</a:t>
            </a:r>
          </a:p>
          <a:p>
            <a:pPr lvl="1"/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Center: MWW test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Nonparametric Method: Wilcoxon Rank Sum Test</a:t>
            </a:r>
          </a:p>
          <a:p>
            <a:r>
              <a:rPr lang="en-US" sz="1800" dirty="0"/>
              <a:t>Assumptions:</a:t>
            </a:r>
          </a:p>
          <a:p>
            <a:pPr lvl="1"/>
            <a:r>
              <a:rPr lang="en-US" sz="1600" dirty="0">
                <a:cs typeface="Arial"/>
              </a:rPr>
              <a:t>Identically Independently Distributed Data</a:t>
            </a:r>
          </a:p>
          <a:p>
            <a:pPr lvl="1"/>
            <a:r>
              <a:rPr lang="en-US" sz="1600" dirty="0"/>
              <a:t>Equal Variance</a:t>
            </a:r>
          </a:p>
          <a:p>
            <a:r>
              <a:rPr lang="en-US" sz="1800" dirty="0"/>
              <a:t>Equal variance assumption easier to satisfy &amp; check then normality</a:t>
            </a:r>
          </a:p>
          <a:p>
            <a:r>
              <a:rPr lang="en-US" sz="1800" dirty="0"/>
              <a:t>Can “enforce” equal variance through data transformation</a:t>
            </a:r>
          </a:p>
          <a:p>
            <a:r>
              <a:rPr lang="en-US" sz="1800" dirty="0"/>
              <a:t>However equal variance still must be checked </a:t>
            </a:r>
          </a:p>
          <a:p>
            <a:r>
              <a:rPr lang="en-US" sz="1800" dirty="0"/>
              <a:t>Test for Dispersion</a:t>
            </a:r>
          </a:p>
          <a:p>
            <a:pPr lvl="1"/>
            <a:r>
              <a:rPr lang="en-US" sz="1600" dirty="0"/>
              <a:t>Ansari-Bradley Test</a:t>
            </a:r>
          </a:p>
          <a:p>
            <a:pPr lvl="1"/>
            <a:r>
              <a:rPr lang="en-US" sz="1600" dirty="0"/>
              <a:t>Miller’s Jackknife</a:t>
            </a:r>
          </a:p>
          <a:p>
            <a:pPr lvl="1"/>
            <a:r>
              <a:rPr lang="en-US" sz="1600" dirty="0"/>
              <a:t>Lepage *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1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3" y="3886200"/>
            <a:ext cx="9589551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Goal: Check Wilcoxon Test Performance when Equal Variance Assumption Violated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Setup: Distributions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cs typeface="Arial"/>
              </a:rPr>
              <a:t>Only small number parametric methods to choose from, </a:t>
            </a:r>
            <a:endParaRPr lang="en-US" sz="1800" dirty="0"/>
          </a:p>
          <a:p>
            <a:r>
              <a:rPr lang="en-US" sz="1800" dirty="0">
                <a:cs typeface="Arial"/>
              </a:rPr>
              <a:t>Use normal distribution as baseline </a:t>
            </a:r>
            <a:endParaRPr lang="en-US" sz="1800" dirty="0"/>
          </a:p>
          <a:p>
            <a:r>
              <a:rPr lang="en-US" sz="1800" dirty="0">
                <a:cs typeface="Arial"/>
              </a:rPr>
              <a:t>Many non-parametric distributions to choose from, need  to choose diverse group</a:t>
            </a:r>
          </a:p>
          <a:p>
            <a:r>
              <a:rPr lang="en-US" sz="1800" dirty="0">
                <a:cs typeface="Arial"/>
              </a:rPr>
              <a:t>Look at Kurtosis and Symmetry</a:t>
            </a:r>
          </a:p>
          <a:p>
            <a:r>
              <a:rPr lang="en-US" sz="1800" dirty="0">
                <a:cs typeface="Arial"/>
              </a:rPr>
              <a:t>Specific shapes can vary but kurtosis and symmetry most important values t conservative</a:t>
            </a:r>
            <a:endParaRPr lang="en-US" sz="1600" dirty="0"/>
          </a:p>
          <a:p>
            <a:r>
              <a:rPr lang="en-US" sz="1800" dirty="0">
                <a:cs typeface="Arial"/>
              </a:rPr>
              <a:t>Chose Normal, Uniform - lower kurtosis, </a:t>
            </a:r>
            <a:r>
              <a:rPr lang="en-US" sz="1800" dirty="0" err="1">
                <a:cs typeface="Arial"/>
              </a:rPr>
              <a:t>laplace</a:t>
            </a:r>
            <a:r>
              <a:rPr lang="en-US" sz="1800" dirty="0">
                <a:cs typeface="Arial"/>
              </a:rPr>
              <a:t> – high kurtosis as symmetric distributions</a:t>
            </a:r>
          </a:p>
          <a:p>
            <a:r>
              <a:rPr lang="en-US" sz="1800" dirty="0">
                <a:cs typeface="Arial"/>
              </a:rPr>
              <a:t>Chose Chi-Square (</a:t>
            </a:r>
            <a:r>
              <a:rPr lang="en-US" sz="1800" dirty="0" err="1">
                <a:cs typeface="Arial"/>
              </a:rPr>
              <a:t>df</a:t>
            </a:r>
            <a:r>
              <a:rPr lang="en-US" sz="1800" dirty="0">
                <a:cs typeface="Arial"/>
              </a:rPr>
              <a:t> =1) - skewed and high kurtosis, Exponential (rate =1) - skewed and moderate high kurtosis, Lognormal – highly skewed and very high kurtosis</a:t>
            </a:r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21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Setup: Variables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dirty="0"/>
              <a:t>Many variables could have effect on result</a:t>
            </a:r>
          </a:p>
          <a:p>
            <a:r>
              <a:rPr lang="en-US" sz="1800" dirty="0"/>
              <a:t>Most notably, true shift in center, standard deviation ratio (SDR), sample size ratio</a:t>
            </a:r>
          </a:p>
          <a:p>
            <a:r>
              <a:rPr lang="en-US" sz="1800" dirty="0"/>
              <a:t>Need to decide levels to vary this at</a:t>
            </a:r>
          </a:p>
          <a:p>
            <a:pPr lvl="1"/>
            <a:r>
              <a:rPr lang="en-US" sz="1600" dirty="0"/>
              <a:t>Did some small preliminary simulations</a:t>
            </a:r>
          </a:p>
          <a:p>
            <a:r>
              <a:rPr lang="en-US" sz="1800" dirty="0"/>
              <a:t>Decide to vary SDR from 1, 1.25, 1.5 to 2</a:t>
            </a:r>
          </a:p>
          <a:p>
            <a:r>
              <a:rPr lang="en-US" sz="1800" dirty="0"/>
              <a:t>Vary true shift in center from 0, 0.5, 1 standard deviations</a:t>
            </a:r>
          </a:p>
          <a:p>
            <a:r>
              <a:rPr lang="en-US" sz="1800" dirty="0"/>
              <a:t>Sample ratio, ½ , 1, 2 (ratio of sample size of smaller var sample to larger)</a:t>
            </a:r>
            <a:endParaRPr lang="en-US" dirty="0"/>
          </a:p>
          <a:p>
            <a:r>
              <a:rPr lang="en-US" sz="1800" dirty="0"/>
              <a:t>Also need to decide how iteration each simulation should be run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1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3B60-2DD4-7B01-4A87-832E5F580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Method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C18CD4-C64D-C447-6103-C3267981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87730E-CDEB-A4D2-633B-B990978F9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Draw 2 samples from the same distribution</a:t>
            </a:r>
          </a:p>
          <a:p>
            <a:r>
              <a:rPr lang="en-US" dirty="0"/>
              <a:t>Enforce specified standard deviation ratio and shift in the center</a:t>
            </a:r>
          </a:p>
          <a:p>
            <a:pPr lvl="1"/>
            <a:r>
              <a:rPr lang="en-US" dirty="0"/>
              <a:t>This is the same as if the distribution was adjusted before the sample was taken, but this is easier to implement</a:t>
            </a:r>
          </a:p>
          <a:p>
            <a:r>
              <a:rPr lang="en-US" dirty="0"/>
              <a:t>Run Tests and store test results</a:t>
            </a:r>
          </a:p>
          <a:p>
            <a:r>
              <a:rPr lang="en-US" dirty="0"/>
              <a:t>Repeat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46C4DF-B6D4-EB57-B6B9-E9F5CA56D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071" y="3297747"/>
            <a:ext cx="7451329" cy="301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53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Methods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dirty="0"/>
              <a:t>Examine p-value distribution for each simulation under null condition</a:t>
            </a:r>
          </a:p>
          <a:p>
            <a:r>
              <a:rPr lang="en-US" sz="1800" dirty="0"/>
              <a:t>Expect uniform distribution because should have probability p that test yields p-value </a:t>
            </a:r>
          </a:p>
          <a:p>
            <a:r>
              <a:rPr lang="en-US" sz="1800" dirty="0"/>
              <a:t>Type 1 error distribution</a:t>
            </a:r>
          </a:p>
          <a:p>
            <a:r>
              <a:rPr lang="en-US" sz="1800" dirty="0"/>
              <a:t>Any deviation from this uniform distribution will mean a change in type 1 error rate </a:t>
            </a:r>
          </a:p>
          <a:p>
            <a:r>
              <a:rPr lang="en-US" sz="1800" dirty="0"/>
              <a:t>Implies change in Power Rate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1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53E8C3-2522-8305-29CD-0CAA6E92C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339D8B-59B0-7388-3A3F-E926F7325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108677"/>
            <a:ext cx="59626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30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53E8C3-2522-8305-29CD-0CAA6E92C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470793-0ABD-2920-7A13-0E31C5D83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487162"/>
            <a:ext cx="5962650" cy="573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7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F88EEB-2E26-DAD9-8ECB-D69EC627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E2E37-C188-F1C5-6CFA-D4B44961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7" y="1752600"/>
            <a:ext cx="66008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89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7D87CA-6F7B-B451-58EB-C7EBE0CD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E930B-01CB-9F3A-37E1-EAFC19FA2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323850"/>
            <a:ext cx="6372225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9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986BA-55E1-8BBE-3F93-32C643B07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21E927-56A6-954A-FA91-98DEB691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7C76E-0CF7-EC53-D995-62B3E75FDD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The distribution of the p-value becomes non-uniform</a:t>
            </a:r>
          </a:p>
          <a:p>
            <a:r>
              <a:rPr lang="en-US" dirty="0"/>
              <a:t>Implies the test is behaving “weirdly”</a:t>
            </a:r>
          </a:p>
          <a:p>
            <a:r>
              <a:rPr lang="en-US" dirty="0"/>
              <a:t>From observation: symmetric distributions have left-skewed p-values</a:t>
            </a:r>
          </a:p>
          <a:p>
            <a:r>
              <a:rPr lang="en-US" dirty="0"/>
              <a:t>Asymmetric distributions have right-skewed p-values</a:t>
            </a:r>
          </a:p>
          <a:p>
            <a:r>
              <a:rPr lang="en-US" dirty="0"/>
              <a:t>Left-skewed : implies that observed p-value are higher than actual p-value</a:t>
            </a:r>
          </a:p>
          <a:p>
            <a:r>
              <a:rPr lang="en-US" dirty="0"/>
              <a:t>Right-skewed: implies observed p-values are lower than actual p-value</a:t>
            </a:r>
          </a:p>
          <a:p>
            <a:r>
              <a:rPr lang="en-US" dirty="0">
                <a:cs typeface="Arial"/>
              </a:rPr>
              <a:t>Need to consider p-values to observe behavior more clearly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70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17B-682C-CB19-84E4-45783F44C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Calculations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BEE826-84BA-D254-6C5D-2AB7EA29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07116-0940-F4AA-5590-23D485D364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257636" cy="4093243"/>
          </a:xfrm>
        </p:spPr>
        <p:txBody>
          <a:bodyPr/>
          <a:lstStyle/>
          <a:p>
            <a:r>
              <a:rPr lang="en-US" dirty="0"/>
              <a:t>Can calculated simulated power of </a:t>
            </a:r>
            <a:r>
              <a:rPr lang="en-US" dirty="0" err="1"/>
              <a:t>teset</a:t>
            </a:r>
            <a:r>
              <a:rPr lang="en-US" dirty="0"/>
              <a:t> by counting number of observations for which null hypothesis was correctly rejected for various levels of location shift </a:t>
            </a:r>
          </a:p>
          <a:p>
            <a:r>
              <a:rPr lang="en-US" dirty="0"/>
              <a:t>Results show that power of the test decreases as SDR increases from 1 to 1.25, 1.5, 2 </a:t>
            </a:r>
          </a:p>
          <a:p>
            <a:r>
              <a:rPr lang="en-US" dirty="0"/>
              <a:t>We can also see that the sample size ratio has a minimal affect on the power of the test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B79325-37DA-8A8C-5EA8-39AB3E1D8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762" y="1342167"/>
            <a:ext cx="5258238" cy="326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75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1537A8-10D9-FE85-7582-83209313B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0D5783-D72D-3AA5-6389-F3CDC4B2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F79440-3B19-930A-A7F3-C936559F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Comparing t-test and Wilcoxon test</a:t>
            </a:r>
          </a:p>
        </p:txBody>
      </p:sp>
    </p:spTree>
    <p:extLst>
      <p:ext uri="{BB962C8B-B14F-4D97-AF65-F5344CB8AC3E}">
        <p14:creationId xmlns:p14="http://schemas.microsoft.com/office/powerpoint/2010/main" val="2210001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5CFC-EF49-C9CA-65FD-ACBCE18A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t-Test vs Wilcoxon – Normal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9752FE-9E88-7177-F6A4-C311DEBF6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8FA701-32B9-5DC8-675C-6F8A853A6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07" y="1665998"/>
            <a:ext cx="4585001" cy="4015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90586E-3787-FDED-A489-6E7ED9F95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65998"/>
            <a:ext cx="4709259" cy="410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67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08C31-C05E-DC74-752F-7B9C401B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t-Test vs Wilcoxon – Chi-Square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34C2E1-439E-B304-B618-AB17FECF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17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C33314-C8D9-A41D-A600-C019AFF2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3" y="1568739"/>
            <a:ext cx="5106802" cy="4581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AB8442-44E1-4E46-4455-0B6066BD1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68738"/>
            <a:ext cx="5796162" cy="458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64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6536-A616-7642-D221-6DD1DF70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 on t-test vs Wilcoxon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C06175-DB88-AD9B-C65C-4070C457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CB8B5-F68F-BFE4-BDB4-00EF982DD0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7514936" cy="4093243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2000" dirty="0"/>
              <a:t>In the symmetric case, the performance of tests is very similar</a:t>
            </a:r>
          </a:p>
          <a:p>
            <a:pPr>
              <a:spcAft>
                <a:spcPts val="1800"/>
              </a:spcAft>
            </a:pPr>
            <a:r>
              <a:rPr lang="en-US" sz="2000" dirty="0"/>
              <a:t>Intuition makes sense because tests of the center using mean and median respectively</a:t>
            </a:r>
          </a:p>
          <a:p>
            <a:pPr>
              <a:spcAft>
                <a:spcPts val="1800"/>
              </a:spcAft>
            </a:pPr>
            <a:r>
              <a:rPr lang="en-US" sz="2000" dirty="0"/>
              <a:t>In symmetric distributions mean = median</a:t>
            </a:r>
          </a:p>
          <a:p>
            <a:pPr>
              <a:spcAft>
                <a:spcPts val="1800"/>
              </a:spcAft>
            </a:pPr>
            <a:r>
              <a:rPr lang="en-US" sz="2000" dirty="0"/>
              <a:t>Even for the non-normal symmetric distributions used, t-test works decently well because sample sizes not too small</a:t>
            </a:r>
          </a:p>
        </p:txBody>
      </p:sp>
    </p:spTree>
    <p:extLst>
      <p:ext uri="{BB962C8B-B14F-4D97-AF65-F5344CB8AC3E}">
        <p14:creationId xmlns:p14="http://schemas.microsoft.com/office/powerpoint/2010/main" val="2867830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DCFA5-9FDF-A021-0D1B-BA0DA491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of Procedures Compared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8D7BB-4A7B-9D74-FD88-9B2E3FBD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AFFDB-F81F-A513-A843-F17B8F6E8D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99529" y="6315075"/>
            <a:ext cx="9110952" cy="28105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LHS is true shift in center equal to 0.5, RHS is true shift in center equal to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832330-57B1-5B02-027F-1FC680A51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118" y="810690"/>
            <a:ext cx="4010054" cy="49720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A66B34-5E91-9845-3E13-0AE98CC37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7" y="1200250"/>
            <a:ext cx="4019579" cy="494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8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945E-4FE0-0E02-B243-C8CDB0C9C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5ADBA1-0E75-1A41-CFBA-E8ABE01E4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56AAF-10EC-CB40-64A5-639D7A01B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8468840" cy="40932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Arial"/>
              </a:rPr>
              <a:t>Wilcoxon Rank Sum test power is mostly preserved for SDR up to 1.25</a:t>
            </a:r>
          </a:p>
          <a:p>
            <a:r>
              <a:rPr lang="en-US" dirty="0"/>
              <a:t>Distribution of p-values is right/left skewed depending on the behavior of the underlying distribution</a:t>
            </a:r>
          </a:p>
          <a:p>
            <a:pPr lvl="1"/>
            <a:r>
              <a:rPr lang="en-US" dirty="0"/>
              <a:t>Cannot predict/correct this without underlying knowledge</a:t>
            </a:r>
          </a:p>
          <a:p>
            <a:r>
              <a:rPr lang="en-US" dirty="0">
                <a:cs typeface="Arial"/>
              </a:rPr>
              <a:t>Under the true null hypothesis, the performance of p-values for the t-test and Wilcoxon test are very similar for symmetric distributions</a:t>
            </a:r>
          </a:p>
          <a:p>
            <a:r>
              <a:rPr lang="en-US" dirty="0">
                <a:cs typeface="Arial"/>
              </a:rPr>
              <a:t>For asymmetric distributions, the Wilcoxon test is more robust</a:t>
            </a:r>
          </a:p>
          <a:p>
            <a:r>
              <a:rPr lang="en-US" dirty="0">
                <a:cs typeface="Arial"/>
              </a:rPr>
              <a:t>As the variance between the data sets becomes more unequal, Wilcoxon loses power</a:t>
            </a:r>
            <a:endParaRPr lang="en-US" dirty="0"/>
          </a:p>
          <a:p>
            <a:pPr lvl="1"/>
            <a:r>
              <a:rPr lang="en-US" dirty="0">
                <a:cs typeface="Arial"/>
              </a:rPr>
              <a:t>The comparative performance between Ansari Bradley and Wilcoxon vs Lepage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199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71A79F-F924-612D-0C22-F9C5F5794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9F4592-1921-BCBD-AE0C-4BEC5BEA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3803E-8AFC-6EF9-9A97-1DE0D726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3577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165</TotalTime>
  <Words>727</Words>
  <Application>Microsoft Office PowerPoint</Application>
  <PresentationFormat>Widescreen</PresentationFormat>
  <Paragraphs>105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Simulation Study of MWW Rank Sum Test</vt:lpstr>
      <vt:lpstr>Testing Center: Welch t-test</vt:lpstr>
      <vt:lpstr>Testing Center: MWW test</vt:lpstr>
      <vt:lpstr>Goal: Check Wilcoxon Test Performance when Equal Variance Assumption Violated</vt:lpstr>
      <vt:lpstr>Simulation Setup: Distributions</vt:lpstr>
      <vt:lpstr>Simulation Setup: Variables</vt:lpstr>
      <vt:lpstr>Simulation Method</vt:lpstr>
      <vt:lpstr>Analysis Methods</vt:lpstr>
      <vt:lpstr>PowerPoint Presentation</vt:lpstr>
      <vt:lpstr>PowerPoint Presentation</vt:lpstr>
      <vt:lpstr>PowerPoint Presentation</vt:lpstr>
      <vt:lpstr>PowerPoint Presentation</vt:lpstr>
      <vt:lpstr>Results</vt:lpstr>
      <vt:lpstr>Power Calculations</vt:lpstr>
      <vt:lpstr>Comparing t-test and Wilcoxon test</vt:lpstr>
      <vt:lpstr>Comparing t-Test vs Wilcoxon – Normal Distribution</vt:lpstr>
      <vt:lpstr>Comparing t-Test vs Wilcoxon – Chi-Square Distribution</vt:lpstr>
      <vt:lpstr>Remarks on t-test vs Wilcoxon </vt:lpstr>
      <vt:lpstr>Power of Procedures Compared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 Study of MWW Rank Sum Test</dc:title>
  <dc:creator>George Daher</dc:creator>
  <cp:lastModifiedBy>George Daher</cp:lastModifiedBy>
  <cp:revision>48</cp:revision>
  <dcterms:created xsi:type="dcterms:W3CDTF">2023-12-19T16:48:52Z</dcterms:created>
  <dcterms:modified xsi:type="dcterms:W3CDTF">2023-12-19T23:17:52Z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